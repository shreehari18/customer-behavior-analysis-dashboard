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anose="020F0502020204030204" pitchFamily="2" charset="0"/>
      <p:regular r:id="rId13"/>
    </p:embeddedFont>
    <p:embeddedFont>
      <p:font typeface="Libre Baskerville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5727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5500 purchases to guide strategic business decisions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9048CD-8FA6-66D0-0473-5E5E3861CDA9}"/>
              </a:ext>
            </a:extLst>
          </p:cNvPr>
          <p:cNvSpPr/>
          <p:nvPr/>
        </p:nvSpPr>
        <p:spPr>
          <a:xfrm>
            <a:off x="12689305" y="7748337"/>
            <a:ext cx="1812758" cy="481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5500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2CECC8-E64F-A555-42EE-6A10BCCBBDE4}"/>
              </a:ext>
            </a:extLst>
          </p:cNvPr>
          <p:cNvSpPr/>
          <p:nvPr/>
        </p:nvSpPr>
        <p:spPr>
          <a:xfrm>
            <a:off x="12689305" y="7748337"/>
            <a:ext cx="1812758" cy="481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SQL for analysis</a:t>
            </a:r>
            <a:endParaRPr lang="en-US" sz="17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65B563-1AFE-346E-9F39-8EA02864261A}"/>
              </a:ext>
            </a:extLst>
          </p:cNvPr>
          <p:cNvSpPr/>
          <p:nvPr/>
        </p:nvSpPr>
        <p:spPr>
          <a:xfrm>
            <a:off x="12689305" y="7748337"/>
            <a:ext cx="1812758" cy="481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889F04-2150-3B30-71B7-4F11A6DB8F1A}"/>
              </a:ext>
            </a:extLst>
          </p:cNvPr>
          <p:cNvSpPr/>
          <p:nvPr/>
        </p:nvSpPr>
        <p:spPr>
          <a:xfrm>
            <a:off x="12689305" y="7748337"/>
            <a:ext cx="1812758" cy="481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EEB7B0-3AC4-30DD-D655-86BAE83D1706}"/>
              </a:ext>
            </a:extLst>
          </p:cNvPr>
          <p:cNvSpPr/>
          <p:nvPr/>
        </p:nvSpPr>
        <p:spPr>
          <a:xfrm>
            <a:off x="12689305" y="7748337"/>
            <a:ext cx="1812758" cy="3629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6A90DA-1C58-D84B-4FE0-0CACF0FDB60A}"/>
              </a:ext>
            </a:extLst>
          </p:cNvPr>
          <p:cNvSpPr/>
          <p:nvPr/>
        </p:nvSpPr>
        <p:spPr>
          <a:xfrm>
            <a:off x="12689305" y="7748337"/>
            <a:ext cx="1812758" cy="481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620049-1532-24CF-985D-3AD79649EFE3}"/>
              </a:ext>
            </a:extLst>
          </p:cNvPr>
          <p:cNvSpPr/>
          <p:nvPr/>
        </p:nvSpPr>
        <p:spPr>
          <a:xfrm>
            <a:off x="12689305" y="7748337"/>
            <a:ext cx="1812758" cy="481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9E2FC08-7F37-EB02-3505-2D605FDE92E6}"/>
              </a:ext>
            </a:extLst>
          </p:cNvPr>
          <p:cNvSpPr/>
          <p:nvPr/>
        </p:nvSpPr>
        <p:spPr>
          <a:xfrm>
            <a:off x="12689305" y="7748337"/>
            <a:ext cx="1812758" cy="481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F762A0-F3D0-6621-7F0F-F55A9E4ED533}"/>
              </a:ext>
            </a:extLst>
          </p:cNvPr>
          <p:cNvSpPr/>
          <p:nvPr/>
        </p:nvSpPr>
        <p:spPr>
          <a:xfrm>
            <a:off x="12689305" y="7801809"/>
            <a:ext cx="1812758" cy="427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Libre Baskerville</vt:lpstr>
      <vt:lpstr>Arial</vt:lpstr>
      <vt:lpstr>DM Sans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lastModifiedBy>Vyankatesh Joshi</cp:lastModifiedBy>
  <cp:revision>2</cp:revision>
  <dcterms:created xsi:type="dcterms:W3CDTF">2025-10-14T02:52:14Z</dcterms:created>
  <dcterms:modified xsi:type="dcterms:W3CDTF">2026-08-26T13:15:51Z</dcterms:modified>
</cp:coreProperties>
</file>